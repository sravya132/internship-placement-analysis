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8" r:id="rId2"/>
    <p:sldId id="266" r:id="rId3"/>
    <p:sldId id="257" r:id="rId4"/>
    <p:sldId id="258" r:id="rId5"/>
    <p:sldId id="259" r:id="rId6"/>
    <p:sldId id="260" r:id="rId7"/>
    <p:sldId id="261" r:id="rId8"/>
    <p:sldId id="262" r:id="rId9"/>
    <p:sldId id="263" r:id="rId10"/>
    <p:sldId id="264"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D146F-B323-FA73-F65A-22E459C7DCD3}"/>
              </a:ext>
            </a:extLst>
          </p:cNvPr>
          <p:cNvSpPr>
            <a:spLocks noGrp="1"/>
          </p:cNvSpPr>
          <p:nvPr>
            <p:ph type="ctrTitle"/>
          </p:nvPr>
        </p:nvSpPr>
        <p:spPr/>
        <p:txBody>
          <a:bodyPr/>
          <a:lstStyle/>
          <a:p>
            <a:r>
              <a:rPr lang="en-US" dirty="0">
                <a:latin typeface="Carelia"/>
                <a:ea typeface="Carelia"/>
                <a:cs typeface="Carelia"/>
                <a:sym typeface="Carelia"/>
              </a:rPr>
              <a:t>Internship and Placement Trends Analysis</a:t>
            </a:r>
            <a:endParaRPr lang="en-IN" dirty="0"/>
          </a:p>
        </p:txBody>
      </p:sp>
      <p:sp>
        <p:nvSpPr>
          <p:cNvPr id="3" name="Subtitle 2">
            <a:extLst>
              <a:ext uri="{FF2B5EF4-FFF2-40B4-BE49-F238E27FC236}">
                <a16:creationId xmlns:a16="http://schemas.microsoft.com/office/drawing/2014/main" id="{17068D19-BC5B-6366-3FD6-2A9779278890}"/>
              </a:ext>
            </a:extLst>
          </p:cNvPr>
          <p:cNvSpPr>
            <a:spLocks noGrp="1"/>
          </p:cNvSpPr>
          <p:nvPr>
            <p:ph type="subTitle" idx="1"/>
          </p:nvPr>
        </p:nvSpPr>
        <p:spPr/>
        <p:txBody>
          <a:bodyPr/>
          <a:lstStyle/>
          <a:p>
            <a:r>
              <a:rPr lang="en-US" dirty="0">
                <a:solidFill>
                  <a:schemeClr val="tx1"/>
                </a:solidFill>
              </a:rPr>
              <a:t>Review-4: Validation of Model / Evaluation of Application</a:t>
            </a:r>
            <a:endParaRPr lang="en-IN" dirty="0">
              <a:solidFill>
                <a:schemeClr val="tx1"/>
              </a:solidFill>
            </a:endParaRPr>
          </a:p>
        </p:txBody>
      </p:sp>
    </p:spTree>
    <p:extLst>
      <p:ext uri="{BB962C8B-B14F-4D97-AF65-F5344CB8AC3E}">
        <p14:creationId xmlns:p14="http://schemas.microsoft.com/office/powerpoint/2010/main" val="2831091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16F61-98EB-CCD5-725A-D2D5E555F312}"/>
              </a:ext>
            </a:extLst>
          </p:cNvPr>
          <p:cNvSpPr>
            <a:spLocks noGrp="1"/>
          </p:cNvSpPr>
          <p:nvPr>
            <p:ph type="title"/>
          </p:nvPr>
        </p:nvSpPr>
        <p:spPr/>
        <p:txBody>
          <a:bodyPr/>
          <a:lstStyle/>
          <a:p>
            <a:r>
              <a:rPr lang="en-IN" dirty="0"/>
              <a:t>Team Members</a:t>
            </a:r>
          </a:p>
        </p:txBody>
      </p:sp>
      <p:sp>
        <p:nvSpPr>
          <p:cNvPr id="3" name="Content Placeholder 2">
            <a:extLst>
              <a:ext uri="{FF2B5EF4-FFF2-40B4-BE49-F238E27FC236}">
                <a16:creationId xmlns:a16="http://schemas.microsoft.com/office/drawing/2014/main" id="{05F4916E-BF1D-7C27-8812-48559DEACC75}"/>
              </a:ext>
            </a:extLst>
          </p:cNvPr>
          <p:cNvSpPr>
            <a:spLocks noGrp="1"/>
          </p:cNvSpPr>
          <p:nvPr>
            <p:ph idx="1"/>
          </p:nvPr>
        </p:nvSpPr>
        <p:spPr/>
        <p:txBody>
          <a:bodyPr/>
          <a:lstStyle/>
          <a:p>
            <a:pPr>
              <a:lnSpc>
                <a:spcPts val="4818"/>
              </a:lnSpc>
            </a:pPr>
            <a:r>
              <a:rPr lang="en-US" b="1" dirty="0">
                <a:latin typeface="Times New Roman Bold"/>
                <a:ea typeface="Times New Roman Bold"/>
                <a:cs typeface="Times New Roman Bold"/>
                <a:sym typeface="Times New Roman Bold"/>
              </a:rPr>
              <a:t>2310030415 - BAIRI SRAVYA GOUD</a:t>
            </a:r>
          </a:p>
          <a:p>
            <a:pPr>
              <a:lnSpc>
                <a:spcPts val="4818"/>
              </a:lnSpc>
            </a:pPr>
            <a:r>
              <a:rPr lang="en-US" b="1" dirty="0">
                <a:latin typeface="Times New Roman Bold"/>
                <a:ea typeface="Times New Roman Bold"/>
                <a:cs typeface="Times New Roman Bold"/>
                <a:sym typeface="Times New Roman Bold"/>
              </a:rPr>
              <a:t>2310030222 - ALLU SAHITHI</a:t>
            </a:r>
          </a:p>
          <a:p>
            <a:pPr>
              <a:lnSpc>
                <a:spcPts val="4818"/>
              </a:lnSpc>
            </a:pPr>
            <a:r>
              <a:rPr lang="en-US" b="1" dirty="0">
                <a:latin typeface="Times New Roman Bold"/>
                <a:ea typeface="Times New Roman Bold"/>
                <a:cs typeface="Times New Roman Bold"/>
                <a:sym typeface="Times New Roman Bold"/>
              </a:rPr>
              <a:t>2310030284 - RANGU SOWMYA</a:t>
            </a:r>
          </a:p>
          <a:p>
            <a:pPr>
              <a:lnSpc>
                <a:spcPts val="4818"/>
              </a:lnSpc>
            </a:pPr>
            <a:r>
              <a:rPr lang="en-US" b="1" dirty="0">
                <a:latin typeface="Times New Roman Bold"/>
                <a:ea typeface="Times New Roman Bold"/>
                <a:cs typeface="Times New Roman Bold"/>
                <a:sym typeface="Times New Roman Bold"/>
              </a:rPr>
              <a:t>2310030327 - GUNDLA AASHRITHA</a:t>
            </a:r>
          </a:p>
          <a:p>
            <a:pPr>
              <a:lnSpc>
                <a:spcPts val="4818"/>
              </a:lnSpc>
            </a:pPr>
            <a:r>
              <a:rPr lang="en-US" b="1" dirty="0">
                <a:latin typeface="Times New Roman Bold"/>
                <a:ea typeface="Times New Roman Bold"/>
                <a:cs typeface="Times New Roman Bold"/>
                <a:sym typeface="Times New Roman Bold"/>
              </a:rPr>
              <a:t>2310039457 - JAKKULA HAASINI</a:t>
            </a:r>
          </a:p>
          <a:p>
            <a:pPr marL="0" indent="0">
              <a:buNone/>
            </a:pPr>
            <a:endParaRPr dirty="0"/>
          </a:p>
        </p:txBody>
      </p:sp>
    </p:spTree>
    <p:extLst>
      <p:ext uri="{BB962C8B-B14F-4D97-AF65-F5344CB8AC3E}">
        <p14:creationId xmlns:p14="http://schemas.microsoft.com/office/powerpoint/2010/main" val="25895159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Validation is a crucial step in the development lifecycle as it determines whether the application behaves as expected in real‑time situations. The process includes analyzing system behavior, checking output accuracy, and assessing the application’s usability. This stage helps confirm that the model is dependable, scalable, and aligned with project objectives.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Validation Approach</a:t>
            </a:r>
          </a:p>
        </p:txBody>
      </p:sp>
      <p:sp>
        <p:nvSpPr>
          <p:cNvPr id="3" name="Content Placeholder 2"/>
          <p:cNvSpPr>
            <a:spLocks noGrp="1"/>
          </p:cNvSpPr>
          <p:nvPr>
            <p:ph idx="1"/>
          </p:nvPr>
        </p:nvSpPr>
        <p:spPr/>
        <p:txBody>
          <a:bodyPr/>
          <a:lstStyle/>
          <a:p>
            <a:r>
              <a:t>The validation approach involved running a variety of tests to observe how the model responds to different inputs and scenarios. Multiple evaluation techniques were used to verify data accuracy, ensure consistency in predictions, identify errors early, and confirm that the model remains stable even when subjected to complex or unseen 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Evaluation Parameters</a:t>
            </a:r>
          </a:p>
        </p:txBody>
      </p:sp>
      <p:sp>
        <p:nvSpPr>
          <p:cNvPr id="3" name="Content Placeholder 2"/>
          <p:cNvSpPr>
            <a:spLocks noGrp="1"/>
          </p:cNvSpPr>
          <p:nvPr>
            <p:ph idx="1"/>
          </p:nvPr>
        </p:nvSpPr>
        <p:spPr/>
        <p:txBody>
          <a:bodyPr/>
          <a:lstStyle/>
          <a:p>
            <a:r>
              <a:t>Application evaluation was carried out by examining performance aspects such as accuracy, efficiency, response speed, and user interaction. These factors help determine how well the model performs under actual usage. The evaluation also checked the system’s robustness, ensuring that it can handle variations in data without errors.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Testing Methods Applied</a:t>
            </a:r>
          </a:p>
        </p:txBody>
      </p:sp>
      <p:sp>
        <p:nvSpPr>
          <p:cNvPr id="3" name="Content Placeholder 2"/>
          <p:cNvSpPr>
            <a:spLocks noGrp="1"/>
          </p:cNvSpPr>
          <p:nvPr>
            <p:ph idx="1"/>
          </p:nvPr>
        </p:nvSpPr>
        <p:spPr/>
        <p:txBody>
          <a:bodyPr/>
          <a:lstStyle/>
          <a:p>
            <a:r>
              <a:t>To ensure complete validation, multiple testing methods were performed. Unit tests were used to verify individual modules, while integration tests checked whether modules worked smoothly together. System testing helped analyze the full workflow, and user acceptance testing provided real feedback from potential end‑users.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 and Observations</a:t>
            </a:r>
          </a:p>
        </p:txBody>
      </p:sp>
      <p:sp>
        <p:nvSpPr>
          <p:cNvPr id="3" name="Content Placeholder 2"/>
          <p:cNvSpPr>
            <a:spLocks noGrp="1"/>
          </p:cNvSpPr>
          <p:nvPr>
            <p:ph idx="1"/>
          </p:nvPr>
        </p:nvSpPr>
        <p:spPr/>
        <p:txBody>
          <a:bodyPr/>
          <a:lstStyle/>
          <a:p>
            <a:r>
              <a:t>The results showed that the model performed strongly across most scenarios, delivering stable and accurate outputs. Minor improvements were identified in areas such as UI responsiveness and error handling. Overall, the observations reflect a solid and reliable system suitable for deployment after minor refinements.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Performance Metrics</a:t>
            </a:r>
          </a:p>
        </p:txBody>
      </p:sp>
      <p:sp>
        <p:nvSpPr>
          <p:cNvPr id="3" name="Content Placeholder 2"/>
          <p:cNvSpPr>
            <a:spLocks noGrp="1"/>
          </p:cNvSpPr>
          <p:nvPr>
            <p:ph idx="1"/>
          </p:nvPr>
        </p:nvSpPr>
        <p:spPr/>
        <p:txBody>
          <a:bodyPr/>
          <a:lstStyle/>
          <a:p>
            <a:r>
              <a:t>Performance metrics such as precision, recall, execution time, and resource usage were analyzed to understand the effectiveness of the model. These metrics help quantify how accurately the model predicts outputs and how efficiently it processes data. The analysis provided deeper insight into system strengths and optimization possibilities.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User Evaluation</a:t>
            </a:r>
          </a:p>
        </p:txBody>
      </p:sp>
      <p:sp>
        <p:nvSpPr>
          <p:cNvPr id="3" name="Content Placeholder 2"/>
          <p:cNvSpPr>
            <a:spLocks noGrp="1"/>
          </p:cNvSpPr>
          <p:nvPr>
            <p:ph idx="1"/>
          </p:nvPr>
        </p:nvSpPr>
        <p:spPr/>
        <p:txBody>
          <a:bodyPr/>
          <a:lstStyle/>
          <a:p>
            <a:r>
              <a:t>User evaluation was conducted to gather practical feedback from those interacting with the application. Most users found the system intuitive, easy to navigate, and efficient in generating results. Their suggestions were valuable in identifying UI improvements and potential feature enhancements for future updates.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The validation process confirms that the model is functioning effectively and meets the required application standards. With strong evaluation metrics and positive user feedback, the application is prepared for further deployment. Future work will focus on enhancing scalability, improving the interface, and integrating additional features for better performance.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TotalTime>
  <Words>478</Words>
  <Application>Microsoft Office PowerPoint</Application>
  <PresentationFormat>On-screen Show (4:3)</PresentationFormat>
  <Paragraphs>24</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Carelia</vt:lpstr>
      <vt:lpstr>Times New Roman Bold</vt:lpstr>
      <vt:lpstr>Office Theme</vt:lpstr>
      <vt:lpstr>Internship and Placement Trends Analysis</vt:lpstr>
      <vt:lpstr>Team Members</vt:lpstr>
      <vt:lpstr>Introduction</vt:lpstr>
      <vt:lpstr>Model Validation Approach</vt:lpstr>
      <vt:lpstr>Evaluation Parameters</vt:lpstr>
      <vt:lpstr>Testing Methods Applied</vt:lpstr>
      <vt:lpstr>Results and Observations</vt:lpstr>
      <vt:lpstr>Performance Metrics</vt:lpstr>
      <vt:lpstr>User Evaluation</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gundl</dc:creator>
  <cp:keywords/>
  <dc:description>generated using python-pptx</dc:description>
  <cp:lastModifiedBy>gundlaashritha@gmail.com</cp:lastModifiedBy>
  <cp:revision>3</cp:revision>
  <dcterms:created xsi:type="dcterms:W3CDTF">2013-01-27T09:14:16Z</dcterms:created>
  <dcterms:modified xsi:type="dcterms:W3CDTF">2025-11-18T15:24:59Z</dcterms:modified>
  <cp:category/>
</cp:coreProperties>
</file>